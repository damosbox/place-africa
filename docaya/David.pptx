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811" r:id="rId5"/>
    <p:sldId id="812" r:id="rId6"/>
    <p:sldId id="608" r:id="rId7"/>
    <p:sldId id="609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I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8E4EE-1E58-42E7-8155-DF0552C26363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I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I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0025F-4DC8-427C-AEBF-7F4E247AE3B4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805902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4950" y="842963"/>
            <a:ext cx="4041775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451168" y="3244643"/>
            <a:ext cx="3609340" cy="265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1" tIns="30676" rIns="61371" bIns="30676" anchor="t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2555573" y="6403838"/>
            <a:ext cx="1955059" cy="338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1" tIns="30676" rIns="61371" bIns="30676" anchor="b" anchorCtr="0">
            <a:noAutofit/>
          </a:bodyPr>
          <a:lstStyle/>
          <a:p>
            <a:pPr defTabSz="614045">
              <a:buClr>
                <a:srgbClr val="000000"/>
              </a:buClr>
              <a:buSzPts val="1400"/>
              <a:defRPr/>
            </a:pPr>
            <a:fld id="{00000000-1234-1234-1234-123412341234}" type="slidenum">
              <a:rPr lang="fr-FR" sz="1000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000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451168" y="3244643"/>
            <a:ext cx="3609340" cy="265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1" tIns="30676" rIns="61371" bIns="30676" anchor="t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4950" y="842963"/>
            <a:ext cx="4041775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451168" y="3244643"/>
            <a:ext cx="3609340" cy="265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1" tIns="30676" rIns="61371" bIns="30676" anchor="t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4950" y="842963"/>
            <a:ext cx="4041775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43698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451168" y="3244643"/>
            <a:ext cx="3609340" cy="265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371" tIns="30676" rIns="61371" bIns="30676" anchor="t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4950" y="842963"/>
            <a:ext cx="4041775" cy="2274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4369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2590D-3448-6920-36D6-0E96D4B60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AC41D5-7F89-5A11-5DC8-54928A6D3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2F990E-595F-5DDB-7660-152E37620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4D9ABB-EDE4-DC76-1ED9-476B1F60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6335F6-2F99-C26B-40D4-87C30842B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23199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6494F6-7D21-78E2-7F07-4D297D3E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C7ADBE-F006-78E2-D8DA-DD13468B6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CABAB6-53F8-8FE1-F853-3CF8E145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2D6F10-5C78-AB81-6DFA-CCEC2ACB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7C88C9-61FE-7E26-AFAD-B4365013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88584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EA40A-A06B-A6C9-07DE-A94E7140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EA2555-2756-71A8-C413-2DDA7D6E5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7F068F-52A3-5342-402B-07F0183B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620DBC-5559-C8CF-016C-E6B3C26C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4C27CE-8FA5-49C6-2EBA-DB6E30E7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4122691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7A7915-550C-2FB5-7CFA-066BA62A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A8D864-EC8A-F700-4609-0772A9E57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685D23-1274-ACB5-821E-8245A74BC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F240E2-7409-DF69-A15E-5B0C36B9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04B497-4647-E58C-5777-6CAF7D716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176141-B05D-4EEE-7A7A-D0E7F462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748783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4AC9E-478C-CB04-8D41-4D4F459A7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0414D-4986-9F0D-12B1-2876DED71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804CDD-32E6-8AC0-FF33-1B14CB7BB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4B5D4E-F52B-33AD-5E90-D2EBD0D6C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01B2C6-D333-7953-ADF3-561011720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3E1176-3956-F6CF-37C3-F6D37754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B9A1E4-C3B3-CD48-A626-F41F0299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CAF51D-A347-7C2D-F8F4-5E32D4E76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1676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9ECF5E-8199-EF88-CE51-F1AB2499C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13ADB98-857A-07DE-9ED2-ED11CEB70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3770D7-4934-740F-FE5D-C9876ED4B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1CE408-0839-95A1-E12F-7354EEFB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756810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2523B7-E583-2CE5-F995-93C718C6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C6B9897-BB6F-873C-7EAA-E59EF1DB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0E65743-B199-A641-6875-726FE109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764045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9903F4-A73B-890A-71C0-A4CAE6CAC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74455E-3438-7ED9-A8F6-B9D11CEAA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A29C55-2074-8B41-C7D8-480D4F8CA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B7E6FF-7984-D357-EE3D-04373AB8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3ED228-DA36-B77E-7D1D-5A850817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696418-2E30-2B25-6237-FD804529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45801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BD81A-7E6C-06AD-9F98-8860309C3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2ED325D-92B9-2BC1-EB92-7DA27D324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I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36E2A1-EC9A-10DA-F96F-3BCBD8684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3D819E-A7DD-20E6-0DA6-0357656C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2998A2-9715-8228-1881-917E0042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A9699F-856D-6663-3273-35ED3066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216932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B8D9C2-25BF-B992-84FE-EAFF9078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C3FC38C-B30E-D12A-39B7-8FBF629E7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262079-C531-C311-73F5-C28CC211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2AEB1F-28DA-7E0E-1BCB-23A7C38E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DCCE46-8075-4D50-42EB-DF809418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29077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7ACB067-5AF3-9C33-1804-E01E5CF4B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BB03FD-BEC9-E65A-E122-8D6BD2336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DF510-F950-4174-24A7-1402DA82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92C4F6-5C7B-30C6-64DD-76E10315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5B5470-9FDB-BDC5-CD01-80415E958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103056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A0F583-2ACC-0373-B212-06CD6686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I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C14FF0-2339-7C91-68D8-9AEAE2B7F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I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FBD2F7-D238-48D9-806E-C2800FDCD0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58B58-2C3D-459B-B4FC-9512FC782D0F}" type="datetimeFigureOut">
              <a:rPr lang="fr-CI" smtClean="0"/>
              <a:t>15/04/2026</a:t>
            </a:fld>
            <a:endParaRPr lang="fr-CI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C4D418-FF98-605F-82B5-D2A6ED01F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I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D85D1C-83B2-7C13-1962-E24E0543F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00C2A-2979-4C97-8C0B-6FC454AEAE6A}" type="slidenum">
              <a:rPr lang="fr-CI" smtClean="0"/>
              <a:t>‹N°›</a:t>
            </a:fld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45424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8F237B-53DC-18DB-4A7F-60CA0325C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I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C1F463-A3BC-619D-FF9B-95B47684B6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I"/>
          </a:p>
        </p:txBody>
      </p:sp>
    </p:spTree>
    <p:extLst>
      <p:ext uri="{BB962C8B-B14F-4D97-AF65-F5344CB8AC3E}">
        <p14:creationId xmlns:p14="http://schemas.microsoft.com/office/powerpoint/2010/main" val="370019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2549356" y="2652596"/>
            <a:ext cx="7093288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  <a:defRPr/>
            </a:pPr>
            <a:r>
              <a:rPr kumimoji="0" lang="fr-FR" sz="4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FORMATION DES COMMERCIAUX </a:t>
            </a:r>
            <a:r>
              <a:rPr lang="fr-FR" sz="4800" kern="0">
                <a:solidFill>
                  <a:srgbClr val="000000"/>
                </a:solidFill>
                <a:latin typeface="Trebuchet MS" panose="020B0603020202020204"/>
                <a:ea typeface="Calibri" panose="020F0502020204030204"/>
                <a:cs typeface="Calibri" panose="020F0502020204030204"/>
                <a:sym typeface="Trebuchet MS" panose="020B0603020202020204"/>
              </a:rPr>
              <a:t>TERRAIN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 panose="020B0604020202020204"/>
              <a:buNone/>
              <a:defRPr/>
            </a:pPr>
            <a:r>
              <a:rPr lang="fr-FR" sz="3600" kern="0">
                <a:solidFill>
                  <a:srgbClr val="000000"/>
                </a:solidFill>
                <a:latin typeface="Trebuchet MS" panose="020B0603020202020204"/>
                <a:ea typeface="Calibri" panose="020F0502020204030204"/>
                <a:cs typeface="Calibri" panose="020F0502020204030204"/>
                <a:sym typeface="Trebuchet MS" panose="020B0603020202020204"/>
              </a:rPr>
              <a:t>Commercialisation de l’Application Point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669" y="1372202"/>
            <a:ext cx="1400662" cy="11063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seul (en bleu + sans texte sans fond)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7700000">
            <a:off x="-4471035" y="-530225"/>
            <a:ext cx="7432040" cy="5870575"/>
          </a:xfrm>
          <a:prstGeom prst="rect">
            <a:avLst/>
          </a:prstGeom>
        </p:spPr>
      </p:pic>
      <p:sp>
        <p:nvSpPr>
          <p:cNvPr id="100" name="Google Shape;100;p3"/>
          <p:cNvSpPr txBox="1"/>
          <p:nvPr/>
        </p:nvSpPr>
        <p:spPr>
          <a:xfrm>
            <a:off x="609598" y="215057"/>
            <a:ext cx="105752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fr-FR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 propos Place Côte d’Ivoire</a:t>
            </a:r>
          </a:p>
        </p:txBody>
      </p:sp>
      <p:sp>
        <p:nvSpPr>
          <p:cNvPr id="101" name="Google Shape;101;p3"/>
          <p:cNvSpPr txBox="1"/>
          <p:nvPr/>
        </p:nvSpPr>
        <p:spPr>
          <a:xfrm>
            <a:off x="609598" y="861388"/>
            <a:ext cx="10575235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Présence</a:t>
            </a:r>
            <a:b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Côte d'Ivoire et Sénégal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Principales activités</a:t>
            </a:r>
            <a:b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Édition d’applications mobiles utiles à la vie quotidienne de tous les Africains.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Mission </a:t>
            </a:r>
            <a:b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Faciliter la digitalisation de petits commerçants en leur offrant des solutions pour gérer plus efficacement leur activité et faire croître leur entreprise.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Marché</a:t>
            </a:r>
            <a:b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Nos produits et services sont spécifiquement adaptés aux très petites et petites entreprises de tous secteurs d’activités.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5B66FD4-42E8-C053-725C-0D123AAEAA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1671" y="215057"/>
            <a:ext cx="501460" cy="396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seul (en bleu + sans texte sans fond)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7700000">
            <a:off x="-4471035" y="-530225"/>
            <a:ext cx="7432040" cy="5870575"/>
          </a:xfrm>
          <a:prstGeom prst="rect">
            <a:avLst/>
          </a:prstGeom>
        </p:spPr>
      </p:pic>
      <p:sp>
        <p:nvSpPr>
          <p:cNvPr id="100" name="Google Shape;100;p3"/>
          <p:cNvSpPr txBox="1"/>
          <p:nvPr/>
        </p:nvSpPr>
        <p:spPr>
          <a:xfrm>
            <a:off x="609598" y="215057"/>
            <a:ext cx="105752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fr-FR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Notre offre</a:t>
            </a:r>
          </a:p>
        </p:txBody>
      </p:sp>
      <p:sp>
        <p:nvSpPr>
          <p:cNvPr id="101" name="Google Shape;101;p3"/>
          <p:cNvSpPr txBox="1"/>
          <p:nvPr/>
        </p:nvSpPr>
        <p:spPr>
          <a:xfrm>
            <a:off x="609597" y="861388"/>
            <a:ext cx="10575235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Une solution de gestion simple et abordable pour aider les petites entreprises à </a:t>
            </a:r>
            <a:r>
              <a:rPr lang="fr-FR" sz="30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mieux gérer </a:t>
            </a: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leur business et gagner plus d’argent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Pour les secteurs d’activité </a:t>
            </a:r>
            <a:b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restaurant, bar, boutiques, lavage auto, pressing, salons de beauté, quincaillerie, …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Parfaite pour </a:t>
            </a:r>
            <a:r>
              <a:rPr lang="fr-FR" sz="30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les propriétaires !</a:t>
            </a:r>
            <a:br>
              <a:rPr lang="fr-FR" sz="3000" b="1" dirty="0">
                <a:solidFill>
                  <a:srgbClr val="FF0000"/>
                </a:solidFill>
              </a:rPr>
            </a:br>
            <a:endParaRPr kumimoji="0" lang="fr-FR" sz="3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31671" y="223594"/>
            <a:ext cx="501460" cy="6377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375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seul (en bleu + sans texte sans fond)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17700000">
            <a:off x="-4471035" y="-530225"/>
            <a:ext cx="7432040" cy="5870575"/>
          </a:xfrm>
          <a:prstGeom prst="rect">
            <a:avLst/>
          </a:prstGeom>
        </p:spPr>
      </p:pic>
      <p:sp>
        <p:nvSpPr>
          <p:cNvPr id="100" name="Google Shape;100;p3"/>
          <p:cNvSpPr txBox="1"/>
          <p:nvPr/>
        </p:nvSpPr>
        <p:spPr>
          <a:xfrm>
            <a:off x="609598" y="215057"/>
            <a:ext cx="105752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fr-FR" sz="36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Notre offre</a:t>
            </a:r>
          </a:p>
        </p:txBody>
      </p:sp>
      <p:sp>
        <p:nvSpPr>
          <p:cNvPr id="101" name="Google Shape;101;p3"/>
          <p:cNvSpPr txBox="1"/>
          <p:nvPr/>
        </p:nvSpPr>
        <p:spPr>
          <a:xfrm>
            <a:off x="609597" y="861388"/>
            <a:ext cx="10575235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Une solution de gestion simple et abordable pour aider les petites entreprises à </a:t>
            </a:r>
            <a:r>
              <a:rPr lang="fr-FR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mieux gérer </a:t>
            </a: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leur business et gagner plus d’argent, </a:t>
            </a:r>
            <a:r>
              <a:rPr lang="fr-FR" sz="3200" b="1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‘’Point’’ </a:t>
            </a: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</a:p>
          <a:p>
            <a:endParaRPr lang="fr-FR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Pour tous les secteurs d’activité </a:t>
            </a:r>
            <a:b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restaurant, bar, boutiques, lavage auto, pressing, salons de beauté, quincaillerie, …</a:t>
            </a:r>
          </a:p>
          <a:p>
            <a:pPr lvl="1"/>
            <a:endParaRPr lang="fr-FR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fr-FR" sz="3200" dirty="0">
                <a:latin typeface="Calibri Light" panose="020F0302020204030204" pitchFamily="34" charset="0"/>
                <a:cs typeface="Calibri Light" panose="020F0302020204030204" pitchFamily="34" charset="0"/>
              </a:rPr>
              <a:t>Parfaite pour </a:t>
            </a:r>
            <a:r>
              <a:rPr lang="fr-FR" sz="3200" b="1" dirty="0">
                <a:solidFill>
                  <a:srgbClr val="FF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les propriétaires !</a:t>
            </a:r>
            <a:br>
              <a:rPr lang="fr-FR" sz="3200" b="1" dirty="0">
                <a:solidFill>
                  <a:srgbClr val="FF0000"/>
                </a:solidFill>
              </a:rPr>
            </a:br>
            <a:endParaRPr kumimoji="0" lang="fr-FR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 Light" panose="020F0302020204030204" pitchFamily="34" charset="0"/>
              <a:cs typeface="Calibri Light" panose="020F0302020204030204" pitchFamily="34" charset="0"/>
              <a:sym typeface="Arial" panose="020B0604020202020204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31671" y="223594"/>
            <a:ext cx="501460" cy="6377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136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40794" y="1815265"/>
            <a:ext cx="109967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Place </a:t>
            </a:r>
            <a:r>
              <a:rPr lang="fr-FR" sz="2800" dirty="0" err="1"/>
              <a:t>Africa</a:t>
            </a:r>
            <a:r>
              <a:rPr lang="fr-FR" sz="2800" dirty="0"/>
              <a:t> est une startup éditrice d’applications mobiles utiles à la vie quotidienne de tous les africains. Nos produits et services sont spécifiquement adaptés aux très petites entreprises commerciales.</a:t>
            </a:r>
          </a:p>
          <a:p>
            <a:endParaRPr lang="fr-FR" sz="2800" dirty="0"/>
          </a:p>
          <a:p>
            <a:endParaRPr lang="fr-FR" sz="2800" dirty="0"/>
          </a:p>
        </p:txBody>
      </p:sp>
      <p:sp>
        <p:nvSpPr>
          <p:cNvPr id="5" name="Titel 1"/>
          <p:cNvSpPr txBox="1"/>
          <p:nvPr/>
        </p:nvSpPr>
        <p:spPr bwMode="gray">
          <a:xfrm>
            <a:off x="540794" y="432001"/>
            <a:ext cx="11109600" cy="6541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cap="all" dirty="0"/>
              <a:t>A PROPOS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81021" y="1815265"/>
            <a:ext cx="110565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Digitaliser tous les petits commerçants pour les aider à démarrer, gérer et développer leur business, avec des outils simples et facile à utiliser.  </a:t>
            </a:r>
          </a:p>
          <a:p>
            <a:endParaRPr lang="fr-FR" sz="2400" dirty="0"/>
          </a:p>
          <a:p>
            <a:r>
              <a:rPr lang="fr-FR" sz="2400" dirty="0"/>
              <a:t>Nos outils aident les commerçants africains à mieux gérer leurs commandes, leur produits et services, leur caisse, leur encaissement, leurs stocks, leur dépenses, leur employés, leur clients, ... et leur </a:t>
            </a:r>
            <a:r>
              <a:rPr lang="fr-FR" sz="2400" dirty="0" err="1"/>
              <a:t>reporting</a:t>
            </a:r>
            <a:r>
              <a:rPr lang="fr-FR" sz="2400" dirty="0"/>
              <a:t>. Par la même occasion, simplifier le processus d'achat du consommateurs.</a:t>
            </a:r>
          </a:p>
          <a:p>
            <a:endParaRPr lang="fr-FR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/>
              <a:t>Pour les consommateurs : Acheter facilement.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/>
              <a:t>Pour les commerçants : Gérer mieux.</a:t>
            </a:r>
          </a:p>
          <a:p>
            <a:endParaRPr lang="fr-FR" sz="2400" dirty="0"/>
          </a:p>
        </p:txBody>
      </p:sp>
      <p:sp>
        <p:nvSpPr>
          <p:cNvPr id="5" name="Titel 1"/>
          <p:cNvSpPr txBox="1"/>
          <p:nvPr/>
        </p:nvSpPr>
        <p:spPr bwMode="gray">
          <a:xfrm>
            <a:off x="540794" y="432001"/>
            <a:ext cx="11109600" cy="6541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cap="all" dirty="0"/>
              <a:t>MISSIONS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844415" y="13322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317</Words>
  <Application>Microsoft Office PowerPoint</Application>
  <PresentationFormat>Grand écran</PresentationFormat>
  <Paragraphs>27</Paragraphs>
  <Slides>7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Trebuchet MS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Saint Clair BOTI</dc:creator>
  <cp:lastModifiedBy>Saint Clair BOTI</cp:lastModifiedBy>
  <cp:revision>1</cp:revision>
  <dcterms:created xsi:type="dcterms:W3CDTF">2026-04-15T10:53:23Z</dcterms:created>
  <dcterms:modified xsi:type="dcterms:W3CDTF">2026-04-15T11:01:51Z</dcterms:modified>
</cp:coreProperties>
</file>